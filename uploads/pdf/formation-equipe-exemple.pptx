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d'environ 90 minutes, exercices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Formation : gérer une équipe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1 — Les fondamentaux du management de proximité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Clarifier son rôle de responsable</a:t>
            </a:r>
          </a:p>
          <a:p>
            <a:pPr/>
            <a:r>
              <a:t>Poser un cadre de travail lisible</a:t>
            </a:r>
          </a:p>
          <a:p>
            <a:pPr/>
            <a:r>
              <a:t>Conduire un entretien individuel</a:t>
            </a:r>
          </a:p>
          <a:p>
            <a:pPr/>
            <a:r>
              <a:t>Gérer un désaccord sans le laisser pourrir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L'engagement progresse avec le suivi</a:t>
            </a:r>
          </a:p>
        </p:txBody>
      </p:sp>
      <p:pic>
        <p:nvPicPr>
          <p:cNvPr id="3" name="Picture 2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37360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quatre temps de l'entretien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Accueillir et rappeler l'objectif</a:t>
            </a:r>
          </a:p>
          <a:p>
            <a:pPr/>
            <a:r>
              <a:t>Écouter avant de commenter</a:t>
            </a:r>
          </a:p>
          <a:p>
            <a:pPr lvl="1"/>
            <a:r>
              <a:t>Questions ouvertes uniquement</a:t>
            </a:r>
          </a:p>
          <a:p>
            <a:pPr/>
            <a:r>
              <a:t>Formuler des attentes mesurables</a:t>
            </a:r>
          </a:p>
          <a:p>
            <a:pPr/>
            <a:r>
              <a:t>Conclure sur une date de revue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suivi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88720" y="1828800"/>
          <a:ext cx="9784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360"/>
                <a:gridCol w="3261360"/>
                <a:gridCol w="3261360"/>
              </a:tblGrid>
              <a:tr h="685800">
                <a:tc>
                  <a:txBody>
                    <a:bodyPr/>
                    <a:lstStyle/>
                    <a:p>
                      <a:r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Fréquence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 écrite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Point d'équipe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Hebdomadaire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Compte rendu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Entretien individuel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Mensuel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Fiche de suivi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Semestriel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 cadre clair vaut mieux qu'un discours motivant</a:t>
            </a:r>
          </a:p>
          <a:p>
            <a:pPr/>
            <a:r>
              <a:t>Le suivi régulier évite les crises</a:t>
            </a:r>
          </a:p>
          <a:p>
            <a:pPr/>
            <a:r>
              <a:t>Tout accord se conclut par une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