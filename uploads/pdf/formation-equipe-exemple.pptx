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 d'environ 90 minutes, exercices compris.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Formation : gérer une équipe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Module 1 · les fondamentaux du management de proximité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du module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Clarifier son rôle de responsable</a:t>
            </a:r>
          </a:p>
          <a:p>
            <a:pPr/>
            <a:r>
              <a:t>Poser un cadre de travail lisible</a:t>
            </a:r>
          </a:p>
          <a:p>
            <a:pPr/>
            <a:r>
              <a:t>Conduire un entretien individuel</a:t>
            </a:r>
          </a:p>
          <a:p>
            <a:pPr/>
            <a:r>
              <a:t>Gérer un désaccord sans le laisser pourrir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L'engagement progresse avec le suivi</a:t>
            </a:r>
          </a:p>
        </p:txBody>
      </p:sp>
      <p:pic>
        <p:nvPicPr>
          <p:cNvPr id="3" name="Picture 2" descr="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1737360"/>
            <a:ext cx="7772400" cy="431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Les quatre temps de l'entretien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Accueillir et rappeler l'objectif</a:t>
            </a:r>
          </a:p>
          <a:p>
            <a:pPr/>
            <a:r>
              <a:t>Écouter avant de commenter</a:t>
            </a:r>
          </a:p>
          <a:p>
            <a:pPr lvl="1"/>
            <a:r>
              <a:t>Questions ouvertes uniquement</a:t>
            </a:r>
          </a:p>
          <a:p>
            <a:pPr/>
            <a:r>
              <a:t>Formuler des attentes mesurables</a:t>
            </a:r>
          </a:p>
          <a:p>
            <a:pPr/>
            <a:r>
              <a:t>Conclure sur une date de revue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suivi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188720" y="1828800"/>
          <a:ext cx="97840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61360"/>
                <a:gridCol w="3261360"/>
                <a:gridCol w="3261360"/>
              </a:tblGrid>
              <a:tr h="685800">
                <a:tc>
                  <a:txBody>
                    <a:bodyPr/>
                    <a:lstStyle/>
                    <a:p>
                      <a:r>
                        <a:t>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Fréquence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Trace écrite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t>Point d'équipe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Hebdomadaire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Compte rendu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t>Entretien individuel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Mensuel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Fiche de suivi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t>Bilan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Semestriel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Rapport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À retenir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Un cadre clair vaut mieux qu'un discours motivant</a:t>
            </a:r>
          </a:p>
          <a:p>
            <a:pPr/>
            <a:r>
              <a:t>Le suivi régulier évite les crises</a:t>
            </a:r>
          </a:p>
          <a:p>
            <a:pPr/>
            <a:r>
              <a:t>Tout accord se conclut par une date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