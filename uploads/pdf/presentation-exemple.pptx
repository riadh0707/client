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que la présentation se lit directement dans le navigateur, sans PowerPoint installé.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Conclure en invitant à consulter les autres titres du catalogue.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L'art de la présentation efficace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 Bibliothèque Numérique — présentation de démonstration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que vous allez apprendre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Structurer un message en trois temps</a:t>
            </a:r>
          </a:p>
          <a:p>
            <a:pPr/>
            <a:r>
              <a:t>Choisir le bon visuel pour chaque idée</a:t>
            </a:r>
          </a:p>
          <a:p>
            <a:pPr lvl="1"/>
            <a:r>
              <a:t>Un graphique par message</a:t>
            </a:r>
          </a:p>
          <a:p>
            <a:pPr lvl="1"/>
            <a:r>
              <a:t>Une image plutôt qu'un paragraphe</a:t>
            </a:r>
          </a:p>
          <a:p>
            <a:pPr/>
            <a:r>
              <a:t>Répéter et minuter votre intervention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règle des trois temps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 contexte : où en est-on aujourd'hui ?</a:t>
            </a:r>
          </a:p>
          <a:p>
            <a:pPr/>
            <a:r>
              <a:t>La rupture : qu'est-ce qui doit changer ?</a:t>
            </a:r>
          </a:p>
          <a:p>
            <a:pPr/>
            <a:r>
              <a:t>La proposition : que faites-vous demain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Comparatif des formats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828800"/>
          <a:ext cx="9966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731520">
                <a:tc>
                  <a:txBody>
                    <a:bodyPr/>
                    <a:lstStyle/>
                    <a:p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Idéal pour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Lecture en ligne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Livres, guides, rapports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Visionneuse intégrée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PowerPoint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Formations, diaporamas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Lecteur de diapositives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Aperçu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Les N premières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Gratuit, sans compte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erreurs à éviter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Trop de texte sur une diapositive</a:t>
            </a:r>
          </a:p>
          <a:p>
            <a:pPr/>
            <a:r>
              <a:t>Des polices illisibles au fond de la salle</a:t>
            </a:r>
          </a:p>
          <a:p>
            <a:pPr lvl="1"/>
            <a:r>
              <a:t>Minimum 24 points</a:t>
            </a:r>
          </a:p>
          <a:p>
            <a:pPr/>
            <a:r>
              <a:t>Lire ses diapositives mot à mot</a:t>
            </a:r>
          </a:p>
          <a:p>
            <a:pPr/>
            <a:r>
              <a:t>Oublier la diapositive de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Votre plan d'action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Écrire le message clé en une phrase</a:t>
            </a:r>
          </a:p>
          <a:p>
            <a:pPr/>
            <a:r>
              <a:t>Découper en cinq diapositives maximum</a:t>
            </a:r>
          </a:p>
          <a:p>
            <a:pPr/>
            <a:r>
              <a:t>Répéter à voix haute, chronomètre en main</a:t>
            </a:r>
          </a:p>
          <a:p>
            <a:pPr/>
            <a:r>
              <a:t>Demander un retour avant le jour 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Merci 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Retrouvez ce titre et bien d'autres sur La Bibliothèque Numérique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